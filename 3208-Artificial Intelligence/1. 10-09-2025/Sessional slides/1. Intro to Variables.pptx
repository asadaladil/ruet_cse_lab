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21d98e7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21d98e7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21d98e77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21d98e77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21d98e77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21d98e77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21d98e77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21d98e77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21d98e77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21d98e77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21d98e770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21d98e770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21d98e77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21d98e77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21d98e77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21d98e77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21d98e77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21d98e77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21d98e77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21d98e77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21d98e77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21d98e77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21d98e77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21d98e77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21d98e770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721d98e770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21d98e770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721d98e770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Python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Session Goals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understand the basic structure and syntax of Python programming language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write your own simple Python scripts.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serve as the starting point for more advanced training on Python coding.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solve some simple tasks using python language.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python?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Object oriented language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Interpreted language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dynamic data type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Independent from platforms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Focused on development time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Simple and easy grammar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High-level internal object data types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Automatic memory management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It’s free (open source)!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 properties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Everything is an 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Modules, classes, functions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Exception handling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Dynamic typing, polymorphism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Static scoping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Operator overloading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Indentation for block structure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learn python?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Fun-to-use "Scripting language"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Object-oriented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Very easy to learn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Powerful, scalable, easy to maintain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 productivity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Lots of libraries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Glue language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Interactive front-end for FORTRAN/C/C++ code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 development time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 code length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Easy to understand codes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Easy to extend to other languages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Installation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Download Link: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https://www.python.org/downloads/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Platforms to use: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Pycharm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Spyder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Jupyter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Anaconda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VS Code and many more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Version Check: </a:t>
            </a:r>
            <a:r>
              <a:rPr lang="en-GB" b="1"/>
              <a:t>python --version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modules &amp; their installation process</a:t>
            </a:r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Library Modules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import os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import math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import datetime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import json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import 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modules &amp; their installation process(Contd.)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Third-Party Modules</a:t>
            </a:r>
            <a:endParaRPr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NumPy: </a:t>
            </a:r>
            <a:r>
              <a:rPr lang="en-GB" dirty="0"/>
              <a:t>import </a:t>
            </a:r>
            <a:r>
              <a:rPr lang="en-GB" dirty="0" err="1"/>
              <a:t>numpy</a:t>
            </a:r>
            <a:r>
              <a:rPr lang="en-GB" dirty="0"/>
              <a:t> as np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               Installation: pip install </a:t>
            </a:r>
            <a:r>
              <a:rPr lang="en-GB" dirty="0" err="1"/>
              <a:t>numpy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pandas: </a:t>
            </a:r>
            <a:r>
              <a:rPr lang="en-GB" dirty="0"/>
              <a:t>import pandas as pd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               Installation: pip install pandas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Matplotlib: </a:t>
            </a:r>
            <a:r>
              <a:rPr lang="en-GB" dirty="0"/>
              <a:t>import </a:t>
            </a:r>
            <a:r>
              <a:rPr lang="en-GB" dirty="0" err="1"/>
              <a:t>matplotlib.pyplot</a:t>
            </a:r>
            <a:r>
              <a:rPr lang="en-GB" dirty="0"/>
              <a:t> as </a:t>
            </a:r>
            <a:r>
              <a:rPr lang="en-GB" dirty="0" err="1"/>
              <a:t>plt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                          Installation: pip install matplotlib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Print function by default provides a newline at the end.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Print two messages, and specify the separator: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 can modify newline at the end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3" name="Google Shape;103;p21"/>
          <p:cNvSpPr txBox="1"/>
          <p:nvPr/>
        </p:nvSpPr>
        <p:spPr>
          <a:xfrm>
            <a:off x="1740325" y="1683975"/>
            <a:ext cx="54114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print("Hello World!")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1740325" y="2629825"/>
            <a:ext cx="54114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print("Hello", "how are you?", sep="---")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1740325" y="3480625"/>
            <a:ext cx="54114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print("Hello", end = '  ')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print("World", end= '  ')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</a:t>
            </a:r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Reads a string from the user's keyboard.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reads and returns an entire line of input *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25" y="2273225"/>
            <a:ext cx="7057625" cy="15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</a:t>
            </a:r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read numbers, cast input result to an int or float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the user does not type a number, an error occurs.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9" name="Google Shape;119;p23"/>
          <p:cNvSpPr txBox="1"/>
          <p:nvPr/>
        </p:nvSpPr>
        <p:spPr>
          <a:xfrm>
            <a:off x="5740750" y="2146425"/>
            <a:ext cx="2975100" cy="18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Output: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How old are you? 53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Your age is 53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12 years to retirement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542525" y="2146425"/>
            <a:ext cx="4391100" cy="235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Example: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age = int(input("How old are you? "))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print("Your age is", age)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print(65 - age, "years to retirement")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Comments</a:t>
            </a:r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Comments starts with a #, and Python will ignore them.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Multiline comments: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27" name="Google Shape;127;p24"/>
          <p:cNvSpPr txBox="1"/>
          <p:nvPr/>
        </p:nvSpPr>
        <p:spPr>
          <a:xfrm>
            <a:off x="1423250" y="1566550"/>
            <a:ext cx="52821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#this is a single line comment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1423250" y="2682125"/>
            <a:ext cx="4239300" cy="213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"""</a:t>
            </a: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This is a comment</a:t>
            </a: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written in</a:t>
            </a: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more than just one line</a:t>
            </a: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"""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Types</a:t>
            </a: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Numbers: Integer, floating-point, complex!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Strings: characters are strings of length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Booleans: False or True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Variables do not need to be declared with any particular type, and can even change type after they have been set.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you want to specify the data type of a variable, this can be done with casting.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2116150" y="2001025"/>
            <a:ext cx="5317200" cy="93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x = 4       # x is of type int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print(x)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2116150" y="3715525"/>
            <a:ext cx="5366700" cy="101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x = str(3)    # x will be '3'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y = int(3)    # y will be 3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z = float(3)  # z will be 3.0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</a:t>
            </a:r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 can get the data type of a variable with the type() function.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1552450" y="1860125"/>
            <a:ext cx="4755900" cy="1397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x = 5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y = "John"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print(type(x))   #the type of x is integer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print(type(y))   #the type of y is string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617</Words>
  <Application>Microsoft Office PowerPoint</Application>
  <PresentationFormat>On-screen Show (16:9)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Dark</vt:lpstr>
      <vt:lpstr>Introduction to Python</vt:lpstr>
      <vt:lpstr>Session Goals</vt:lpstr>
      <vt:lpstr>What is python?</vt:lpstr>
      <vt:lpstr>Language properties</vt:lpstr>
      <vt:lpstr>Why learn python?</vt:lpstr>
      <vt:lpstr>Installation</vt:lpstr>
      <vt:lpstr>Different modules &amp; their installation process</vt:lpstr>
      <vt:lpstr>Different modules &amp; their installation process(Contd.) </vt:lpstr>
      <vt:lpstr>Output</vt:lpstr>
      <vt:lpstr>Input</vt:lpstr>
      <vt:lpstr>Input</vt:lpstr>
      <vt:lpstr>Comments</vt:lpstr>
      <vt:lpstr>Data Types</vt:lpstr>
      <vt:lpstr>Variables</vt:lpstr>
      <vt:lpstr>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Introduction</dc:title>
  <cp:lastModifiedBy>Mazharul Islam Tusher</cp:lastModifiedBy>
  <cp:revision>2</cp:revision>
  <dcterms:modified xsi:type="dcterms:W3CDTF">2024-05-24T11:21:43Z</dcterms:modified>
</cp:coreProperties>
</file>